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75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1" r:id="rId23"/>
    <p:sldId id="262" r:id="rId24"/>
    <p:sldId id="264" r:id="rId25"/>
    <p:sldId id="265" r:id="rId26"/>
    <p:sldId id="263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84" r:id="rId37"/>
    <p:sldId id="285" r:id="rId38"/>
    <p:sldId id="290" r:id="rId39"/>
    <p:sldId id="289" r:id="rId40"/>
    <p:sldId id="291" r:id="rId41"/>
    <p:sldId id="292" r:id="rId42"/>
    <p:sldId id="293" r:id="rId43"/>
    <p:sldId id="276" r:id="rId44"/>
    <p:sldId id="275" r:id="rId45"/>
    <p:sldId id="277" r:id="rId46"/>
    <p:sldId id="278" r:id="rId47"/>
    <p:sldId id="279" r:id="rId48"/>
    <p:sldId id="281" r:id="rId49"/>
    <p:sldId id="280" r:id="rId50"/>
    <p:sldId id="283" r:id="rId51"/>
    <p:sldId id="282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49" Type="http://schemas.openxmlformats.org/officeDocument/2006/relationships/slide" Target="slides/slide31.xml"></Relationship><Relationship Id="rId50" Type="http://schemas.openxmlformats.org/officeDocument/2006/relationships/slide" Target="slides/slide32.xml"></Relationship><Relationship Id="rId51" Type="http://schemas.openxmlformats.org/officeDocument/2006/relationships/slide" Target="slides/slide33.xml"></Relationship><Relationship Id="rId52" Type="http://schemas.openxmlformats.org/officeDocument/2006/relationships/slide" Target="slides/slide34.xml"></Relationship><Relationship Id="rId54" Type="http://schemas.openxmlformats.org/officeDocument/2006/relationships/viewProps" Target="viewProps.xml"></Relationship><Relationship Id="rId55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914400" y="1122680"/>
            <a:ext cx="10363835" cy="23882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ctr" latinLnBrk="0">
              <a:buFontTx/>
              <a:buNone/>
              <a:defRPr lang="en-GB" altLang="en-US" sz="6000"/>
            </a:lvl1pPr>
          </a:lstStyle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 rot="0">
            <a:off x="1524000" y="3602355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ctr" latinLnBrk="0">
              <a:buFontTx/>
              <a:buNone/>
              <a:defRPr lang="en-GB" altLang="en-US" sz="2400"/>
            </a:lvl1pPr>
            <a:lvl2pPr marL="457200" indent="0" algn="ctr" latinLnBrk="0" lvl="1">
              <a:buFontTx/>
              <a:buNone/>
              <a:defRPr lang="en-GB" altLang="en-US" sz="2000"/>
            </a:lvl2pPr>
            <a:lvl3pPr marL="914400" indent="0" algn="ctr" latinLnBrk="0" lvl="2">
              <a:buFontTx/>
              <a:buNone/>
              <a:defRPr lang="en-GB" altLang="en-US" sz="1800"/>
            </a:lvl3pPr>
            <a:lvl4pPr marL="1371600" indent="0" algn="ctr" latinLnBrk="0" lvl="3">
              <a:buFontTx/>
              <a:buNone/>
              <a:defRPr lang="en-GB" altLang="en-US" sz="1600"/>
            </a:lvl4pPr>
            <a:lvl5pPr marL="1828800" indent="0" algn="ctr" latinLnBrk="0" lvl="4">
              <a:buFontTx/>
              <a:buNone/>
              <a:defRPr lang="en-GB" altLang="en-US" sz="1600"/>
            </a:lvl5pPr>
            <a:lvl6pPr marL="2286000" indent="0" algn="ctr" latinLnBrk="0" lvl="5">
              <a:buFontTx/>
              <a:buNone/>
              <a:defRPr lang="en-GB" altLang="en-US" sz="1600"/>
            </a:lvl6pPr>
            <a:lvl7pPr marL="2743200" indent="0" algn="ctr" latinLnBrk="0" lvl="6">
              <a:buFontTx/>
              <a:buNone/>
              <a:defRPr lang="en-GB" altLang="en-US" sz="1600"/>
            </a:lvl7pPr>
            <a:lvl8pPr marL="3200400" indent="0" algn="ctr" latinLnBrk="0" lvl="7">
              <a:buFontTx/>
              <a:buNone/>
              <a:defRPr lang="en-GB" altLang="en-US" sz="1600"/>
            </a:lvl8pPr>
            <a:lvl9pPr marL="3657600" indent="0" algn="ctr" latinLnBrk="0" lvl="8">
              <a:buFontTx/>
              <a:buNone/>
              <a:defRPr lang="en-GB" altLang="en-US" sz="1600"/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부제목을 입력하십시오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6000"/>
            </a:lvl1pPr>
          </a:lstStyle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400">
                <a:solidFill>
                  <a:schemeClr val="tx1"/>
                </a:solidFill>
              </a:defRPr>
            </a:lvl1pPr>
            <a:lvl2pPr marL="457200" indent="0" latinLnBrk="0" lvl="1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 lvl="2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 lvl="3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 lvl="4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 lvl="5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 lvl="6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 lvl="7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 lvl="8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텍스트를 입력하십시오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sz="half" idx="1"/>
          </p:nvPr>
        </p:nvSpPr>
        <p:spPr>
          <a:xfrm rot="0">
            <a:off x="838200" y="1825625"/>
            <a:ext cx="5182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6172200" y="1825625"/>
            <a:ext cx="5182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40105" y="1681480"/>
            <a:ext cx="5158105" cy="82423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400" b="1"/>
            </a:lvl1pPr>
            <a:lvl2pPr marL="457200" indent="0" latinLnBrk="0" lvl="1">
              <a:buFontTx/>
              <a:buNone/>
              <a:defRPr lang="en-GB" altLang="en-US" sz="2000" b="1"/>
            </a:lvl2pPr>
            <a:lvl3pPr marL="914400" indent="0" latinLnBrk="0" lvl="2">
              <a:buFontTx/>
              <a:buNone/>
              <a:defRPr lang="en-GB" altLang="en-US" sz="1800" b="1"/>
            </a:lvl3pPr>
            <a:lvl4pPr marL="1371600" indent="0" latinLnBrk="0" lvl="3">
              <a:buFontTx/>
              <a:buNone/>
              <a:defRPr lang="en-GB" altLang="en-US" sz="1600" b="1"/>
            </a:lvl4pPr>
            <a:lvl5pPr marL="1828800" indent="0" latinLnBrk="0" lvl="4">
              <a:buFontTx/>
              <a:buNone/>
              <a:defRPr lang="en-GB" altLang="en-US" sz="1600" b="1"/>
            </a:lvl5pPr>
            <a:lvl6pPr marL="2286000" indent="0" latinLnBrk="0" lvl="5">
              <a:buFontTx/>
              <a:buNone/>
              <a:defRPr lang="en-GB" altLang="en-US" sz="1600" b="1"/>
            </a:lvl6pPr>
            <a:lvl7pPr marL="2743200" indent="0" latinLnBrk="0" lvl="6">
              <a:buFontTx/>
              <a:buNone/>
              <a:defRPr lang="en-GB" altLang="en-US" sz="1600" b="1"/>
            </a:lvl7pPr>
            <a:lvl8pPr marL="3200400" indent="0" latinLnBrk="0" lvl="7">
              <a:buFontTx/>
              <a:buNone/>
              <a:defRPr lang="en-GB" altLang="en-US" sz="1600" b="1"/>
            </a:lvl8pPr>
            <a:lvl9pPr marL="3657600" indent="0" latinLnBrk="0" lvl="8">
              <a:buFontTx/>
              <a:buNone/>
              <a:defRPr lang="en-GB" altLang="en-US" sz="1600" b="1"/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텍스트를 입력하십시오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840105" y="2505075"/>
            <a:ext cx="5158105" cy="3685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sz="quarter" idx="3"/>
          </p:nvPr>
        </p:nvSpPr>
        <p:spPr>
          <a:xfrm rot="0">
            <a:off x="6172200" y="1681480"/>
            <a:ext cx="5184140" cy="82423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400" b="1"/>
            </a:lvl1pPr>
            <a:lvl2pPr marL="457200" indent="0" latinLnBrk="0" lvl="1">
              <a:buFontTx/>
              <a:buNone/>
              <a:defRPr lang="en-GB" altLang="en-US" sz="2000" b="1"/>
            </a:lvl2pPr>
            <a:lvl3pPr marL="914400" indent="0" latinLnBrk="0" lvl="2">
              <a:buFontTx/>
              <a:buNone/>
              <a:defRPr lang="en-GB" altLang="en-US" sz="1800" b="1"/>
            </a:lvl3pPr>
            <a:lvl4pPr marL="1371600" indent="0" latinLnBrk="0" lvl="3">
              <a:buFontTx/>
              <a:buNone/>
              <a:defRPr lang="en-GB" altLang="en-US" sz="1600" b="1"/>
            </a:lvl4pPr>
            <a:lvl5pPr marL="1828800" indent="0" latinLnBrk="0" lvl="4">
              <a:buFontTx/>
              <a:buNone/>
              <a:defRPr lang="en-GB" altLang="en-US" sz="1600" b="1"/>
            </a:lvl5pPr>
            <a:lvl6pPr marL="2286000" indent="0" latinLnBrk="0" lvl="5">
              <a:buFontTx/>
              <a:buNone/>
              <a:defRPr lang="en-GB" altLang="en-US" sz="1600" b="1"/>
            </a:lvl6pPr>
            <a:lvl7pPr marL="2743200" indent="0" latinLnBrk="0" lvl="6">
              <a:buFontTx/>
              <a:buNone/>
              <a:defRPr lang="en-GB" altLang="en-US" sz="1600" b="1"/>
            </a:lvl7pPr>
            <a:lvl8pPr marL="3200400" indent="0" latinLnBrk="0" lvl="7">
              <a:buFontTx/>
              <a:buNone/>
              <a:defRPr lang="en-GB" altLang="en-US" sz="1600" b="1"/>
            </a:lvl8pPr>
            <a:lvl9pPr marL="3657600" indent="0" latinLnBrk="0" lvl="8">
              <a:buFontTx/>
              <a:buNone/>
              <a:defRPr lang="en-GB" altLang="en-US" sz="1600" b="1"/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텍스트를 입력하십시오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type="obj" sz="quarter" idx="4"/>
          </p:nvPr>
        </p:nvSpPr>
        <p:spPr>
          <a:xfrm rot="0">
            <a:off x="6172200" y="2505075"/>
            <a:ext cx="5184140" cy="3685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3200"/>
            </a:lvl1pPr>
          </a:lstStyle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3200"/>
            </a:lvl1pPr>
            <a:lvl2pPr marL="0" indent="0" latinLnBrk="0" lvl="1">
              <a:buFontTx/>
              <a:buNone/>
              <a:defRPr lang="en-GB" altLang="en-US" sz="2800"/>
            </a:lvl2pPr>
            <a:lvl3pPr marL="0" indent="0" latinLnBrk="0" lvl="2">
              <a:buFontTx/>
              <a:buNone/>
              <a:defRPr lang="en-GB" altLang="en-US" sz="2400"/>
            </a:lvl3pPr>
            <a:lvl4pPr marL="0" indent="0" latinLnBrk="0" lvl="3">
              <a:buFontTx/>
              <a:buNone/>
              <a:defRPr lang="en-GB" altLang="en-US" sz="2000"/>
            </a:lvl4pPr>
            <a:lvl5pPr marL="0" indent="0" latinLnBrk="0" lvl="4">
              <a:buFontTx/>
              <a:buNone/>
              <a:defRPr lang="en-GB" altLang="en-US" sz="2000"/>
            </a:lvl5pPr>
            <a:lvl6pPr marL="0" indent="0" latinLnBrk="0" lvl="5">
              <a:buFontTx/>
              <a:buNone/>
              <a:defRPr lang="en-GB" altLang="en-US" sz="2000"/>
            </a:lvl6pPr>
            <a:lvl7pPr marL="0" indent="0" latinLnBrk="0" lvl="6">
              <a:buFontTx/>
              <a:buNone/>
              <a:defRPr lang="en-GB" altLang="en-US" sz="2000"/>
            </a:lvl7pPr>
            <a:lvl8pPr marL="0" indent="0" latinLnBrk="0" lvl="7">
              <a:buFontTx/>
              <a:buNone/>
              <a:defRPr lang="en-GB" altLang="en-US" sz="2000"/>
            </a:lvl8pPr>
            <a:lvl9pPr marL="0" indent="0" latinLnBrk="0" lvl="8">
              <a:buFontTx/>
              <a:buNone/>
              <a:defRPr lang="en-GB" altLang="en-US" sz="2000"/>
            </a:lvl9pPr>
          </a:lstStyle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1600"/>
            </a:lvl1pPr>
            <a:lvl2pPr marL="457200" indent="0" latinLnBrk="0" lvl="1">
              <a:buFontTx/>
              <a:buNone/>
              <a:defRPr lang="en-GB" altLang="en-US" sz="1400"/>
            </a:lvl2pPr>
            <a:lvl3pPr marL="914400" indent="0" latinLnBrk="0" lvl="2">
              <a:buFontTx/>
              <a:buNone/>
              <a:defRPr lang="en-GB" altLang="en-US" sz="1200"/>
            </a:lvl3pPr>
            <a:lvl4pPr marL="1371600" indent="0" latinLnBrk="0" lvl="3">
              <a:buFontTx/>
              <a:buNone/>
              <a:defRPr lang="en-GB" altLang="en-US" sz="1000"/>
            </a:lvl4pPr>
            <a:lvl5pPr marL="1828800" indent="0" latinLnBrk="0" lvl="4">
              <a:buFontTx/>
              <a:buNone/>
              <a:defRPr lang="en-GB" altLang="en-US" sz="1000"/>
            </a:lvl5pPr>
            <a:lvl6pPr marL="2286000" indent="0" latinLnBrk="0" lvl="5">
              <a:buFontTx/>
              <a:buNone/>
              <a:defRPr lang="en-GB" altLang="en-US" sz="1000"/>
            </a:lvl6pPr>
            <a:lvl7pPr marL="2743200" indent="0" latinLnBrk="0" lvl="6">
              <a:buFontTx/>
              <a:buNone/>
              <a:defRPr lang="en-GB" altLang="en-US" sz="1000"/>
            </a:lvl7pPr>
            <a:lvl8pPr marL="3200400" indent="0" latinLnBrk="0" lvl="7">
              <a:buFontTx/>
              <a:buNone/>
              <a:defRPr lang="en-GB" altLang="en-US" sz="1000"/>
            </a:lvl8pPr>
            <a:lvl9pPr marL="3657600" indent="0" latinLnBrk="0" lvl="8">
              <a:buFontTx/>
              <a:buNone/>
              <a:defRPr lang="en-GB" altLang="en-US" sz="1000"/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텍스트를 입력하십시오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3200"/>
            </a:lvl1pPr>
          </a:lstStyle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Picture Placeholder 2"/>
          <p:cNvSpPr txBox="1">
            <a:spLocks noChangeAspect="1" noGrp="1"/>
          </p:cNvSpPr>
          <p:nvPr>
            <p:ph type="pic" idx="1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1600"/>
            </a:lvl1pPr>
            <a:lvl2pPr marL="457200" indent="0" latinLnBrk="0" lvl="1">
              <a:buFontTx/>
              <a:buNone/>
              <a:defRPr lang="en-GB" altLang="en-US" sz="1400"/>
            </a:lvl2pPr>
            <a:lvl3pPr marL="914400" indent="0" latinLnBrk="0" lvl="2">
              <a:buFontTx/>
              <a:buNone/>
              <a:defRPr lang="en-GB" altLang="en-US" sz="1200"/>
            </a:lvl3pPr>
            <a:lvl4pPr marL="1371600" indent="0" latinLnBrk="0" lvl="3">
              <a:buFontTx/>
              <a:buNone/>
              <a:defRPr lang="en-GB" altLang="en-US" sz="1000"/>
            </a:lvl4pPr>
            <a:lvl5pPr marL="1828800" indent="0" latinLnBrk="0" lvl="4">
              <a:buFontTx/>
              <a:buNone/>
              <a:defRPr lang="en-GB" altLang="en-US" sz="1000"/>
            </a:lvl5pPr>
            <a:lvl6pPr marL="2286000" indent="0" latinLnBrk="0" lvl="5">
              <a:buFontTx/>
              <a:buNone/>
              <a:defRPr lang="en-GB" altLang="en-US" sz="1000"/>
            </a:lvl6pPr>
            <a:lvl7pPr marL="2743200" indent="0" latinLnBrk="0" lvl="6">
              <a:buFontTx/>
              <a:buNone/>
              <a:defRPr lang="en-GB" altLang="en-US" sz="1000"/>
            </a:lvl7pPr>
            <a:lvl8pPr marL="3200400" indent="0" latinLnBrk="0" lvl="7">
              <a:buFontTx/>
              <a:buNone/>
              <a:defRPr lang="en-GB" altLang="en-US" sz="1000"/>
            </a:lvl8pPr>
            <a:lvl9pPr marL="3657600" indent="0" latinLnBrk="0" lvl="8">
              <a:buFontTx/>
              <a:buNone/>
              <a:defRPr lang="en-GB" altLang="en-US" sz="1000"/>
            </a:lvl9pPr>
          </a:lstStyle>
          <a:p>
            <a:pPr marL="0" indent="0" latinLnBrk="0">
              <a:buFontTx/>
              <a:buNone/>
            </a:pPr>
            <a:r>
              <a:rPr lang="ko-KR" altLang="en-US"/>
              <a:t>텍스트를 입력하십시오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numCol="1" vert="eaVert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제목을 입력하십시오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365125"/>
            <a:ext cx="7734935" cy="5812790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텍스트를 입력하십시오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마스터 부제목 스타일 편집</a:t>
            </a:r>
          </a:p>
          <a:p>
            <a:pPr marL="685800" indent="-228600" latinLnBrk="0" lvl="1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atinLnBrk="0" lvl="2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atinLnBrk="0" lvl="3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atinLnBrk="0" lvl="4">
              <a:buClr>
                <a:srgbClr val="000000"/>
              </a:buClr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ctr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r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fImage309941765770.png"></Relationship><Relationship Id="rId3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fImage166991854282.png"></Relationship><Relationship Id="rId3" Type="http://schemas.openxmlformats.org/officeDocument/2006/relationships/image" Target="../media/fImage134251862288.png"></Relationship><Relationship Id="rId4" Type="http://schemas.openxmlformats.org/officeDocument/2006/relationships/image" Target="../media/fImage47581879100.png"></Relationship><Relationship Id="rId5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fImage145131889260.png"></Relationship><Relationship Id="rId3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fImage41581959475.png"></Relationship><Relationship Id="rId3" Type="http://schemas.openxmlformats.org/officeDocument/2006/relationships/image" Target="../media/fImage23071963819.png"></Relationship><Relationship Id="rId4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fImage119331991616.png"></Relationship><Relationship Id="rId3" Type="http://schemas.openxmlformats.org/officeDocument/2006/relationships/image" Target="../media/fImage120742002152.png"></Relationship><Relationship Id="rId4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fImage1783812673.png"></Relationship><Relationship Id="rId3" Type="http://schemas.openxmlformats.org/officeDocument/2006/relationships/image" Target="../media/fImage6384127593.png"></Relationship><Relationship Id="rId4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fImage49121333749.png"></Relationship><Relationship Id="rId3" Type="http://schemas.openxmlformats.org/officeDocument/2006/relationships/image" Target="../media/fImage24361347922.png"></Relationship><Relationship Id="rId4" Type="http://schemas.openxmlformats.org/officeDocument/2006/relationships/image" Target="../media/fImage155351351502.png"></Relationship><Relationship Id="rId5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4" Type="http://schemas.openxmlformats.org/officeDocument/2006/relationships/image" Target="../media/fImage2652913773.png"></Relationship><Relationship Id="rId5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fImage31810141593.png"></Relationship><Relationship Id="rId3" Type="http://schemas.openxmlformats.org/officeDocument/2006/relationships/image" Target="../media/fImage106611543749.png"></Relationship><Relationship Id="rId4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image" Target="../media/fImage137481477922.png"></Relationship><Relationship Id="rId3" Type="http://schemas.openxmlformats.org/officeDocument/2006/relationships/image" Target="../media/fImage100141481502.png"></Relationship><Relationship Id="rId4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image" Target="../media/fImage144291538853.png"></Relationship><Relationship Id="rId3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image" Target="../media/fImage38381599757.png"></Relationship><Relationship Id="rId3" Type="http://schemas.openxmlformats.org/officeDocument/2006/relationships/image" Target="../media/fImage494131621164.png"></Relationship><Relationship Id="rId4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image" Target="../media/fImage112021675208.png"></Relationship><Relationship Id="rId3" Type="http://schemas.openxmlformats.org/officeDocument/2006/relationships/image" Target="../media/fImage78831682794.png"></Relationship><Relationship Id="rId4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fImage207961756047.png"></Relationship><Relationship Id="rId3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fImage22906179209.png"></Relationship><Relationship Id="rId3" Type="http://schemas.openxmlformats.org/officeDocument/2006/relationships/image" Target="../media/fImage193861812472.png"></Relationship><Relationship Id="rId4" Type="http://schemas.openxmlformats.org/officeDocument/2006/relationships/slideLayout" Target="../slideLayouts/slideLayout2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fImage353961866593.png"></Relationship><Relationship Id="rId3" Type="http://schemas.openxmlformats.org/officeDocument/2006/relationships/slideLayout" Target="../slideLayouts/slideLayout2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97872116191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8372173437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36252492162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43252555976.png"></Relationship><Relationship Id="rId3" Type="http://schemas.openxmlformats.org/officeDocument/2006/relationships/image" Target="../media/fImage34852568070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8412581345.png"></Relationship><Relationship Id="rId3" Type="http://schemas.openxmlformats.org/officeDocument/2006/relationships/image" Target="../media/fImage115002594737.png"></Relationship><Relationship Id="rId4" Type="http://schemas.openxmlformats.org/officeDocument/2006/relationships/image" Target="../media/fImage11409260714.png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806626165.png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88602656106.png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image" Target="../media/fImage279581193095.png"></Relationship><Relationship Id="rId2" Type="http://schemas.openxmlformats.org/officeDocument/2006/relationships/slideLayout" Target="../slideLayouts/slideLayout2.xml"></Relationship></Relationships>
</file>

<file path=ppt/slides/_rels/slide28.xml.rels><?xml version="1.0" encoding="UTF-8"?>
<Relationships xmlns="http://schemas.openxmlformats.org/package/2006/relationships"><Relationship Id="rId2" Type="http://schemas.openxmlformats.org/officeDocument/2006/relationships/image" Target="../media/fImage91381803517.png"></Relationship><Relationship Id="rId3" Type="http://schemas.openxmlformats.org/officeDocument/2006/relationships/image" Target="../media/fImage122151817665.png"></Relationship><Relationship Id="rId4" Type="http://schemas.openxmlformats.org/officeDocument/2006/relationships/slideLayout" Target="../slideLayouts/slideLayout2.xml"></Relationship></Relationships>
</file>

<file path=ppt/slides/_rels/slide29.xml.rels><?xml version="1.0" encoding="UTF-8"?>
<Relationships xmlns="http://schemas.openxmlformats.org/package/2006/relationships"><Relationship Id="rId2" Type="http://schemas.openxmlformats.org/officeDocument/2006/relationships/image" Target="../media/fImage126731856610.png"></Relationship><Relationship Id="rId3" Type="http://schemas.openxmlformats.org/officeDocument/2006/relationships/image" Target="../media/fImage15452186790.png"></Relationship><Relationship Id="rId4" Type="http://schemas.openxmlformats.org/officeDocument/2006/relationships/image" Target="../media/fImage135701872643.png"></Relationship><Relationship Id="rId5" Type="http://schemas.openxmlformats.org/officeDocument/2006/relationships/slideLayout" Target="../slideLayouts/slideLayout2.xml"></Relationship></Relationships>
</file>

<file path=ppt/slides/_rels/slide30.xml.rels><?xml version="1.0" encoding="UTF-8"?>
<Relationships xmlns="http://schemas.openxmlformats.org/package/2006/relationships"><Relationship Id="rId2" Type="http://schemas.openxmlformats.org/officeDocument/2006/relationships/image" Target="../media/fImage576481944124.png"></Relationship><Relationship Id="rId3" Type="http://schemas.openxmlformats.org/officeDocument/2006/relationships/image" Target="../media/fImage148361957669.png"></Relationship><Relationship Id="rId4" Type="http://schemas.openxmlformats.org/officeDocument/2006/relationships/slideLayout" Target="../slideLayouts/slideLayout2.xml"></Relationship></Relationships>
</file>

<file path=ppt/slides/_rels/slide31.xml.rels><?xml version="1.0" encoding="UTF-8"?>
<Relationships xmlns="http://schemas.openxmlformats.org/package/2006/relationships"><Relationship Id="rId2" Type="http://schemas.openxmlformats.org/officeDocument/2006/relationships/image" Target="../media/fImage113472054734.png"></Relationship><Relationship Id="rId3" Type="http://schemas.openxmlformats.org/officeDocument/2006/relationships/slideLayout" Target="../slideLayouts/slideLayout2.xml"></Relationship></Relationships>
</file>

<file path=ppt/slides/_rels/slide32.xml.rels><?xml version="1.0" encoding="UTF-8"?>
<Relationships xmlns="http://schemas.openxmlformats.org/package/2006/relationships"><Relationship Id="rId2" Type="http://schemas.openxmlformats.org/officeDocument/2006/relationships/image" Target="../media/fImage8488206579.png"></Relationship><Relationship Id="rId3" Type="http://schemas.openxmlformats.org/officeDocument/2006/relationships/slideLayout" Target="../slideLayouts/slideLayout2.xml"></Relationship></Relationships>
</file>

<file path=ppt/slides/_rels/slide33.xml.rels><?xml version="1.0" encoding="UTF-8"?>
<Relationships xmlns="http://schemas.openxmlformats.org/package/2006/relationships"><Relationship Id="rId2" Type="http://schemas.openxmlformats.org/officeDocument/2006/relationships/image" Target="../media/fImage280212078120.png"></Relationship><Relationship Id="rId3" Type="http://schemas.openxmlformats.org/officeDocument/2006/relationships/slideLayout" Target="../slideLayouts/slideLayout2.xm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 rot="0">
            <a:off x="914400" y="2221230"/>
            <a:ext cx="10363835" cy="1210310"/>
          </a:xfrm>
          <a:prstGeom prst="rect"/>
        </p:spPr>
        <p:txBody>
          <a:bodyPr wrap="square" lIns="91440" tIns="45720" rIns="91440" bIns="45720" numCol="1" vert="horz" anchor="b">
            <a:normAutofit fontScale="9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8000" b="1">
                <a:solidFill>
                  <a:srgbClr val="0611F2"/>
                </a:solidFill>
                <a:latin typeface="나눔고딕" charset="0"/>
                <a:ea typeface="나눔고딕" charset="0"/>
              </a:rPr>
              <a:t>KOREA</a:t>
            </a:r>
            <a:r>
              <a:rPr lang="ko-KR" altLang="en-US" sz="4000">
                <a:latin typeface="나눔고딕" charset="0"/>
                <a:ea typeface="나눔고딕" charset="0"/>
              </a:rPr>
              <a:t>&amp;</a:t>
            </a:r>
            <a:r>
              <a:rPr lang="ko-KR" altLang="en-US" sz="8000" b="1">
                <a:solidFill>
                  <a:srgbClr val="FF0000"/>
                </a:solidFill>
                <a:latin typeface="나눔고딕" charset="0"/>
                <a:ea typeface="나눔고딕" charset="0"/>
              </a:rPr>
              <a:t>ME</a:t>
            </a:r>
            <a:r>
              <a:rPr lang="ko-KR" altLang="en-US">
                <a:latin typeface="나눔고딕" charset="0"/>
                <a:ea typeface="나눔고딕" charset="0"/>
              </a:rPr>
              <a:t/>
            </a:r>
            <a:br>
              <a:rPr lang="ko-KR" altLang="en-US">
                <a:latin typeface="나눔고딕" charset="0"/>
                <a:ea typeface="나눔고딕" charset="0"/>
              </a:rPr>
            </a:br>
            <a:r>
              <a:rPr lang="ko-KR" altLang="en-US" sz="2000">
                <a:latin typeface="나눔고딕" charset="0"/>
                <a:ea typeface="나눔고딕" charset="0"/>
              </a:rPr>
              <a:t>인수인계</a:t>
            </a:r>
            <a:endParaRPr lang="ko-KR" altLang="en-US">
              <a:latin typeface="나눔고딕" charset="0"/>
              <a:ea typeface="나눔고딕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32890" y="4494530"/>
            <a:ext cx="9144635" cy="5365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/>
              <a:t>#민원대행 개발 가이드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8710" cy="80772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1. 프론트 디자인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268095"/>
            <a:ext cx="10516235" cy="490982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form-a1 페이지를 복사해서 새 페이지를 생성한다. (이름은 자유지만 규칙을 정할 것)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생성 후 우선 백엔드는 신경쓰지 않고 프론트 디자인을 수정한다.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※붙여넣기를 할 때는 가급적 </a:t>
            </a:r>
            <a:r>
              <a:rPr lang="ko-KR" altLang="en-US" sz="2000" u="sng" b="1">
                <a:solidFill>
                  <a:srgbClr val="0611F2"/>
                </a:solidFill>
                <a:latin typeface="나눔고딕" charset="0"/>
                <a:ea typeface="나눔고딕" charset="0"/>
              </a:rPr>
              <a:t>paste with workflow &amp; copy with workflow</a:t>
            </a:r>
            <a:r>
              <a:rPr lang="ko-KR" altLang="en-US" sz="2000">
                <a:latin typeface="나눔고딕" charset="0"/>
                <a:ea typeface="나눔고딕" charset="0"/>
              </a:rPr>
              <a:t>를 </a:t>
            </a:r>
            <a:r>
              <a:rPr lang="ko-KR" altLang="en-US" sz="2000" u="sng" b="1">
                <a:solidFill>
                  <a:srgbClr val="0611F2"/>
                </a:solidFill>
                <a:latin typeface="나눔고딕" charset="0"/>
                <a:ea typeface="나눔고딕" charset="0"/>
              </a:rPr>
              <a:t>최대한 상위그룹 단위</a:t>
            </a:r>
            <a:r>
              <a:rPr lang="ko-KR" altLang="en-US" sz="2000">
                <a:latin typeface="나눔고딕" charset="0"/>
                <a:ea typeface="나눔고딕" charset="0"/>
              </a:rPr>
              <a:t>로 복사해서 붙여넣는다. 그 이유는 백엔드까지 복사하기 위함이며 워크플로가 복사될 때, 복사한 그룹 내의 요소에서 참조하는 값은 새로 복사된 요소를 자동으로 참조하게 된다.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22730" y="3507740"/>
            <a:ext cx="8661400" cy="29038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8710" cy="80772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1. 프론트 디자인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268095"/>
            <a:ext cx="10516235" cy="490982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신분에 따라 분기하는 세부블록은 Conditional 탭에서 아래와 같은 방식으로 수정할 것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맨아래 그림에서 ‘버튼그룹’이란 이름의 그룹을 클릭하여 Appearance 탭에서 data source에 총 페이지 수를 입력할 것. (ex 외국인등록은 4페이지라 4로 되있음)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프론트를 모두 수정하고 나면 오른쪽 상단에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에러개수가 엄청많이 생긴 게 보임. 백엔드를 신경 안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썼기 때문. 이제 백엔드를 수정/개발해야함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2915" y="5293995"/>
            <a:ext cx="10916285" cy="1134110"/>
          </a:xfrm>
          <a:prstGeom prst="rect"/>
          <a:noFill/>
        </p:spPr>
      </p:pic>
      <p:pic>
        <p:nvPicPr>
          <p:cNvPr id="5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864350" y="2545715"/>
            <a:ext cx="4325620" cy="2352675"/>
          </a:xfrm>
          <a:prstGeom prst="rect"/>
          <a:noFill/>
        </p:spPr>
      </p:pic>
      <p:pic>
        <p:nvPicPr>
          <p:cNvPr id="6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8485" y="4290695"/>
            <a:ext cx="5734685" cy="4292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8710" cy="80772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2. 백엔드 - 데이터 정의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560945" cy="48660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데이터 탭에서 Form-XX 형식으로 새로운 데이터를 생성한다.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Form은 모든 민원의 공통 데이터이고 Form-XX는 각 민원별 데이터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이다. 신규 민원신청을 한다면 Form 데이터 1개와 종류에 따라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Form-XX 데이터 1개가 생긴다. 이렇게 나눈 이유는 모든 민원리스트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를 출력하고자 할 때 공통된 데이터 형식으로 되있어야 하기 때문.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Form 데이터에는 성명, 주소, 번호 등등 모든민원에 공통적으로 들어가는 정보들이 들어있고 Form-XX에는 민원별로 달라지는 정보들이 담겨있다. 어떻게 나뉘어져 있는지 직접 확인 바람.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프론트 작업한 정보를 토대로 새로 생성한 Form-XX 데이터의 필드를 구성한다. 필드를 추가할 때는 적절한 데이터 형식으로 맞춰서 추가한다. (ex : number, text, date 등)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98180" y="1697355"/>
            <a:ext cx="3277235" cy="4372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8710" cy="80772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2. 백엔드 - 데이터 필드 설명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560945" cy="48660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직관적이지 않은 필드 설명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&lt;Form&gt;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OCR : OCR 여부 (OCR 팝업 처음 한번만 뜨게 하기 위함)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Price : 가격이 저장됨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Signature : 전자서명 이미지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Status : 민원절차단계 (1:처음, 2:작성완료, 3:검토성공/전자서명완료, 4:결제완료, 5:대행완료, 6:허가)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이 값에 따라 민원작성 페이지 절차단계 체크가 표시됨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What : 민원 종류 이름이 저장됨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&lt;Form-XX&gt;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Form : Form-XX와 Form을 연결짓기(참조하기) 위한 필드.</a:t>
            </a:r>
            <a:endParaRPr lang="ko-KR" altLang="en-US" sz="1600">
              <a:latin typeface="나눔고딕" charset="0"/>
              <a:ea typeface="나눔고딕" charset="0"/>
            </a:endParaRPr>
          </a:p>
        </p:txBody>
      </p:sp>
      <p:pic>
        <p:nvPicPr>
          <p:cNvPr id="4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05220" y="1435735"/>
            <a:ext cx="2581910" cy="1991360"/>
          </a:xfrm>
          <a:prstGeom prst="rect"/>
          <a:noFill/>
        </p:spPr>
      </p:pic>
      <p:pic>
        <p:nvPicPr>
          <p:cNvPr id="5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01410" y="5142230"/>
            <a:ext cx="4646930" cy="8769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2.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개념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>
            <a:off x="838200" y="1311910"/>
            <a:ext cx="1065847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백엔드 DB의 데이터를 가져올 때는 </a:t>
            </a:r>
            <a:r>
              <a:rPr lang="ko-KR" altLang="en-US" sz="2000">
                <a:latin typeface="나눔고딕" charset="0"/>
                <a:ea typeface="나눔고딕" charset="0"/>
              </a:rPr>
              <a:t>DB</a:t>
            </a:r>
            <a:r>
              <a:rPr lang="ko-KR" altLang="en-US" sz="2000">
                <a:latin typeface="나눔고딕" charset="0"/>
                <a:ea typeface="나눔고딕" charset="0"/>
              </a:rPr>
              <a:t>서버</a:t>
            </a:r>
            <a:r>
              <a:rPr lang="ko-KR" altLang="en-US" sz="2000">
                <a:latin typeface="나눔고딕" charset="0"/>
                <a:ea typeface="나눔고딕" charset="0"/>
              </a:rPr>
              <a:t>에서</a:t>
            </a:r>
            <a:r>
              <a:rPr lang="ko-KR" altLang="en-US" sz="2000">
                <a:latin typeface="나눔고딕" charset="0"/>
                <a:ea typeface="나눔고딕" charset="0"/>
              </a:rPr>
              <a:t> 값을 가져오는 시스템임. 때문에 자주 쓰는 데이터는 필요할 때마다 서버에서 가져오는 게 아니라 처음에 한 번 가져와서 페이지 내의 Element(클라이언트 측 기기)에 저장해놓고 이 곳에서 참조해서 쓰는 게 </a:t>
            </a:r>
            <a:r>
              <a:rPr lang="ko-KR" altLang="en-US" sz="2000">
                <a:latin typeface="나눔고딕" charset="0"/>
                <a:ea typeface="나눔고딕" charset="0"/>
              </a:rPr>
              <a:t>서버 </a:t>
            </a:r>
            <a:r>
              <a:rPr lang="ko-KR" altLang="en-US" sz="2000">
                <a:latin typeface="나눔고딕" charset="0"/>
                <a:ea typeface="나눔고딕" charset="0"/>
              </a:rPr>
              <a:t>친화적인 방식임.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우리는 Form 데이터를 Element 탭 최상단 page(페이지 자체)에 저장하였고, Form-A1 데이터를 Element 탭 최하단 Data Form Type라는 요소에 저장했음. 때문에 이를 참조하여 값을 많이 쓸 것이니 이 </a:t>
            </a:r>
            <a:r>
              <a:rPr lang="ko-KR" altLang="en-US" sz="2000">
                <a:latin typeface="나눔고딕" charset="0"/>
                <a:ea typeface="나눔고딕" charset="0"/>
              </a:rPr>
              <a:t>방식</a:t>
            </a:r>
            <a:r>
              <a:rPr lang="ko-KR" altLang="en-US" sz="2000">
                <a:latin typeface="나눔고딕" charset="0"/>
                <a:ea typeface="나눔고딕" charset="0"/>
              </a:rPr>
              <a:t>을 숙지하기 바람.</a:t>
            </a:r>
            <a:r>
              <a:rPr lang="ko-KR" altLang="en-US" sz="2000">
                <a:latin typeface="나눔고딕" charset="0"/>
                <a:ea typeface="나눔고딕" charset="0"/>
              </a:rPr>
              <a:t> 우리는 새로운 데이터 Form-XX를 만들었으니 Type of Content를 Form-XX로 수정한다.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35700" y="4300855"/>
            <a:ext cx="5267960" cy="2210435"/>
          </a:xfrm>
          <a:prstGeom prst="rect"/>
          <a:noFill/>
        </p:spPr>
      </p:pic>
      <p:pic>
        <p:nvPicPr>
          <p:cNvPr id="5" name="그림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3565" y="4304665"/>
            <a:ext cx="5182235" cy="22199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수정작업 : Initial Value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29310" y="1101725"/>
            <a:ext cx="1065847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우리는 작성폼을 저장했다 불러오면서 쓸 것이기 때문에 모든 Input 요소에는 페이지 로드시 보여질 초기값을 DB의 값과 연결해 지정해주어야 함.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아래그림에서 Input 요소를 클릭하면 initial content에 입력하면 됨.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이전에 Form 데이터를 page에 저장해놨다고 했으므로 current page’s Form’s 성 이렇게 입력한 것임. 마찬가지로 Form-XX 데이터는  “Group Form Type”에 담았다고 했으니  Group Form Type’s Form-XX’s fieldName 이런 방식으로 값을 참조하면 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이렇게 모든 인풋요소에 대하여 작업한다. (Form 부분은 공통이라 수정 안해도 될 것 임)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이미지나 파일 업로드 하는 부분도 Dynamic Link 칸을 수정해 똑같은 방식으로 작업해준다.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새로 만든 부분은 새로 만든 데이터의 필드와 적절히 연결해준다.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96950" y="4399915"/>
            <a:ext cx="4567555" cy="2364105"/>
          </a:xfrm>
          <a:prstGeom prst="rect"/>
          <a:noFill/>
        </p:spPr>
      </p:pic>
      <p:pic>
        <p:nvPicPr>
          <p:cNvPr id="5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85965" y="5206365"/>
            <a:ext cx="3829685" cy="12579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수정작업 : 다음, 이전 버튼 (1)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96353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FloatingGroup Progress 그룹을 펼치면 버튼그룹이 나옴. 버튼 우클릭 후 edit workflow로 들어가 버튼에 대한 workflow를 수정해야함.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각 Step마다 저장해야하는 값들이 다르므로 각 Step별로 Workflow를 나눠서 작업해야함.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워크플로로 들어가면 오른쪽과 같이 뜸.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 “Main”이란 그룹요소에는 현재 단계(스텝)의 숫자가 저장되있음. 그 값을 기준으로 어떤 스텝의 워크플로를 실행할지 결정하는 것임.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 예를 들어 현재 단계가 2이면 우리가 따로 만들어놓은 “스텝 2” 워크플로우를 Trigger(실행)한다.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44440" y="4373880"/>
            <a:ext cx="2610485" cy="223901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237730" y="5933440"/>
            <a:ext cx="1705610" cy="676910"/>
          </a:xfrm>
          <a:prstGeom prst="rect"/>
          <a:noFill/>
        </p:spPr>
      </p:pic>
      <p:pic>
        <p:nvPicPr>
          <p:cNvPr id="6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18270" y="1285875"/>
            <a:ext cx="2661285" cy="53638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수정작업 : 다음, 이전 버튼 (2)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96353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2000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&lt;설명예시&gt;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예를들어 스텝1에서 다음버튼을 누를 때 아래의 동작이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필요하다.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 i="1">
                <a:solidFill>
                  <a:srgbClr val="0611F2"/>
                </a:solidFill>
                <a:latin typeface="나눔고딕" charset="0"/>
                <a:ea typeface="나눔고딕" charset="0"/>
              </a:rPr>
              <a:t>1. “Main”의 그룹요소의 number를 +1 해서 다음 페이지로</a:t>
            </a:r>
            <a:endParaRPr lang="ko-KR" altLang="en-US" sz="1800" i="1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 i="1">
                <a:solidFill>
                  <a:srgbClr val="0611F2"/>
                </a:solidFill>
                <a:latin typeface="나눔고딕" charset="0"/>
                <a:ea typeface="나눔고딕" charset="0"/>
              </a:rPr>
              <a:t>이동시킨다.</a:t>
            </a:r>
            <a:endParaRPr lang="ko-KR" altLang="en-US" sz="1800" i="1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 i="1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 i="1">
                <a:solidFill>
                  <a:srgbClr val="0611F2"/>
                </a:solidFill>
                <a:latin typeface="나눔고딕" charset="0"/>
                <a:ea typeface="나눔고딕" charset="0"/>
              </a:rPr>
              <a:t>2. Current Page에 저장되 있는 Form 데이터에 각 필드를 </a:t>
            </a:r>
            <a:endParaRPr lang="ko-KR" altLang="en-US" sz="1800" i="1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 i="1">
                <a:solidFill>
                  <a:srgbClr val="0611F2"/>
                </a:solidFill>
                <a:latin typeface="나눔고딕" charset="0"/>
                <a:ea typeface="나눔고딕" charset="0"/>
              </a:rPr>
              <a:t>각 Input요소에 입력한 value를  저장시킨다.</a:t>
            </a:r>
            <a:endParaRPr lang="ko-KR" altLang="en-US" sz="1800" i="1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때문에 오른쪽과 같이 2동작으로 이루어짐.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이와 같은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방식으로 모든 스텝의 다음, 이전 버튼에 대해서 작업해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야함. 마찬가지로 Form 부분은 공통이라 수정할 부분이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없지만 Form-XX부분에 많을 것임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4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20560" y="1662430"/>
            <a:ext cx="5113655" cy="50844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수정작업 : 다음, 이전 버튼 (3)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584644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분기별로 나뉘는 스텝이라면 옆에 그림처럼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조건을 달아 체크한 신분의 값에 따라 동작을 다르게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한다.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참고로 신분이란 값은 Form-XX에 저장되며 만약 다른 조건에 의해 분기하게 하고 싶은 경우가 생긴다면 이 구성을 참고해서 개발을 하기 바람.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마지막 스텝의 다음 버튼에는 민원절차를 작성완료 하고 검토단계로 넘어가기 때문에 아래 액션이 하나 추가로 있는 것 유의</a:t>
            </a:r>
            <a:endParaRPr lang="ko-KR" altLang="en-US" sz="2000">
              <a:latin typeface="나눔고딕" charset="0"/>
              <a:ea typeface="나눔고딕" charset="0"/>
            </a:endParaRPr>
          </a:p>
        </p:txBody>
      </p:sp>
      <p:pic>
        <p:nvPicPr>
          <p:cNvPr id="6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94500" y="1172210"/>
            <a:ext cx="5068570" cy="5686425"/>
          </a:xfrm>
          <a:prstGeom prst="rect"/>
          <a:noFill/>
        </p:spPr>
      </p:pic>
      <p:pic>
        <p:nvPicPr>
          <p:cNvPr id="7" name="그림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59460" y="4826000"/>
            <a:ext cx="4829810" cy="18770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Conditional Tab 수정 (1)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61402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페이지는 매우 많은 그룹요소들이 있고 상황에 따라 특정 그룹만 우리 눈에 보여지게 된다.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이는 요소의 Conditional Tab을 통해 지정해줄 수 있다. 아래 그림을 예시로 들면 Step2라는 그룹은 “Main” 그룹의 number가 2일 때 visible하다. 즉 현재 스텝이 2일 때 보여지게 된다. 따라서 조건부로 보여지는 모든 그룹에 대해 conditional tab을 작업해주어야 한다.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solidFill>
                  <a:srgbClr val="0611F2"/>
                </a:solidFill>
                <a:latin typeface="나눔고딕" charset="0"/>
                <a:ea typeface="나눔고딕" charset="0"/>
              </a:rPr>
              <a:t>&lt;참고사항 : 오른쪽 아래 그림&gt;</a:t>
            </a: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solidFill>
                  <a:srgbClr val="0611F2"/>
                </a:solidFill>
                <a:latin typeface="나눔고딕" charset="0"/>
                <a:ea typeface="나눔고딕" charset="0"/>
              </a:rPr>
              <a:t>This element is visible on page load : 처음에 안보이는 상태에서 시작함</a:t>
            </a: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solidFill>
                  <a:srgbClr val="0611F2"/>
                </a:solidFill>
                <a:latin typeface="나눔고딕" charset="0"/>
                <a:ea typeface="나눔고딕" charset="0"/>
              </a:rPr>
              <a:t>Collapse when hidden : 안보여질 때 공간을 비워둠. 이거 체크 안하면 안보여질 때 공간차지함</a:t>
            </a: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27735" y="4416425"/>
            <a:ext cx="4982210" cy="2381885"/>
          </a:xfrm>
          <a:prstGeom prst="rect"/>
          <a:noFill/>
        </p:spPr>
      </p:pic>
      <p:pic>
        <p:nvPicPr>
          <p:cNvPr id="5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91145" y="3905885"/>
            <a:ext cx="2534285" cy="28962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Conditional Tab 수정 (2)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61402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Conditional Tab을 수정해야 하는 부분을 대강 정리하면 다음과 같음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solidFill>
                  <a:srgbClr val="0611F2"/>
                </a:solidFill>
                <a:latin typeface="나눔고딕" charset="0"/>
                <a:ea typeface="나눔고딕" charset="0"/>
              </a:rPr>
              <a:t>1. 각 step 그룹 : 현재 단계에 따른 step그룹만 보여야 하므로</a:t>
            </a: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solidFill>
                  <a:srgbClr val="0611F2"/>
                </a:solidFill>
                <a:latin typeface="나눔고딕" charset="0"/>
                <a:ea typeface="나눔고딕" charset="0"/>
              </a:rPr>
              <a:t>2. 분기가 나뉘는 세부블록 : 선택한 신분(또는 다른 조건값)에 따라 같은 페이지 내에서 보여야 하는 세부블록이 다르므로</a:t>
            </a: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48145" y="3917950"/>
            <a:ext cx="4610735" cy="23818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(1)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425386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1000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작성검토할 때 뜨는 검토창 팝업을 수정해야 한다. 변경된 형식에 맞게 프론트를 우선 수정해준다.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 때 검토란 그룹의 “fit height to content”를 임시로 체크해 작업하기 편한 상태로 만든다.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※붙여넣기를 할 때는 가급적 </a:t>
            </a:r>
            <a:r>
              <a:rPr lang="ko-KR" altLang="en-US" sz="1400" u="sng" b="1">
                <a:solidFill>
                  <a:srgbClr val="0611F2"/>
                </a:solidFill>
                <a:latin typeface="나눔고딕" charset="0"/>
                <a:ea typeface="나눔고딕" charset="0"/>
              </a:rPr>
              <a:t>paste with workflow &amp; copy with workflow</a:t>
            </a:r>
            <a:r>
              <a:rPr lang="ko-KR" altLang="en-US" sz="1400">
                <a:latin typeface="나눔고딕" charset="0"/>
                <a:ea typeface="나눔고딕" charset="0"/>
              </a:rPr>
              <a:t>를 </a:t>
            </a:r>
            <a:r>
              <a:rPr lang="ko-KR" altLang="en-US" sz="1400" u="sng" b="1">
                <a:solidFill>
                  <a:srgbClr val="0611F2"/>
                </a:solidFill>
                <a:latin typeface="나눔고딕" charset="0"/>
                <a:ea typeface="나눔고딕" charset="0"/>
              </a:rPr>
              <a:t>최대한 상위그룹 단위</a:t>
            </a:r>
            <a:r>
              <a:rPr lang="ko-KR" altLang="en-US" sz="1400">
                <a:latin typeface="나눔고딕" charset="0"/>
                <a:ea typeface="나눔고딕" charset="0"/>
              </a:rPr>
              <a:t>로 복사해서 붙여넣는다. 그 이유는 백엔드까지 복사하기 위함이며 워크플로가 복사될 때, 복사한 그룹 내의 요소에서 참조하는 값은 새로 복사된 요소를 자동으로 참조하게 된다.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7" name="그림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918575" y="467995"/>
            <a:ext cx="2648585" cy="1705610"/>
          </a:xfrm>
          <a:prstGeom prst="rect"/>
          <a:noFill/>
        </p:spPr>
      </p:pic>
      <p:pic>
        <p:nvPicPr>
          <p:cNvPr id="8" name="그림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92065" y="2134235"/>
            <a:ext cx="7016115" cy="44443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(2)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255250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아래그림 처럼 “체크항목” 이란 이름이 붙은 요소들은 Appearance Tab에 yes/no 데이터가 담긴다. 이는 검토를 시작할 때 해당 각 항목이 비어있는지 체크하고 비어 있으면 no로 표시하기 위해 만들어둔 것이다.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마찬가지로 “체크항목” 이란 이름이 붙은 요소들은 Conditional Tab에 이 그룹의 yes/no가 no일 경우 빨개지는 조건부 동작이 있음. 따라서 누락된 항목은 빨갛게 보이는 것임.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solidFill>
                  <a:srgbClr val="0611F2"/>
                </a:solidFill>
                <a:latin typeface="나눔고딕" charset="0"/>
                <a:ea typeface="나눔고딕" charset="0"/>
              </a:rPr>
              <a:t>위에 약속된 형식들을 숙지하면서 프론트를 작업해야함.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17115" y="4365625"/>
            <a:ext cx="4601210" cy="2010410"/>
          </a:xfrm>
          <a:prstGeom prst="rect"/>
          <a:noFill/>
        </p:spPr>
      </p:pic>
      <p:pic>
        <p:nvPicPr>
          <p:cNvPr id="5" name="그림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171815" y="4189730"/>
            <a:ext cx="2515235" cy="23628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(3)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255250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그 외 주의할 점들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rgbClr val="0611F2"/>
                </a:solidFill>
                <a:latin typeface="나눔고딕" charset="0"/>
                <a:ea typeface="나눔고딕" charset="0"/>
              </a:rPr>
              <a:t>1. 분기별로 나뉘는 텍스트나 그룹들은 Conditional Tab을 적절히 활용해 작업한다.</a:t>
            </a: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rgbClr val="0611F2"/>
                </a:solidFill>
                <a:latin typeface="나눔고딕" charset="0"/>
                <a:ea typeface="나눔고딕" charset="0"/>
              </a:rPr>
              <a:t>2. 기타서류와 같이 없어도 되는 부분은 yes/no와 누락항목(빨간색) 조건부를 달지 않아도 된다.</a:t>
            </a: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rgbClr val="0611F2"/>
                </a:solidFill>
                <a:latin typeface="나눔고딕" charset="0"/>
                <a:ea typeface="나눔고딕" charset="0"/>
              </a:rPr>
              <a:t>3. 팝업창의 수정 버튼이 제대로 된 스텝으로 이동하는지 확인한다. (페이지 수가 변화없다면 그대로 써도 됨)</a:t>
            </a: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(4)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823200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제출버튼을 눌렀을 때 동작하는 Workflow를 수정해야 한다.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1: 동작 실행 전 깔끔하게 관련 값 초기화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2: Form 데이터의 값들 중 비어있는 항목을 체크하는 Workflow 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3: Form-XX 데이터의 값들 중 비어있는 항목 체크하는 Workflow 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4: 체크 한 항목중에 비어있는 항목이 하나라도 있으면 no를 반환하는 논리식이 담긴 Workflow 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5: Step 4에서 yes를 반환하면 전자서명 창을 킴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6: Step 4에서 yes를 반환하면 현재 검토창은 닫음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Step 7: Step 4에서 no를 반환하면 누락된 항목이 있다는 알람팝업창을 띄움.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Trigger “XXX” 액션은 하나의 액션으로 끝나는게 아니라 XXX란 Workflows 절차(Custom Event라고 부름)를 따로 만들어 놓고 필요할 때 가져와 쓰는 것임.  따라서 해당절차를 수정하려면 해당 액션에 커서를 갖다대면 이동버튼이 생김. 또는 Workflow Tab 왼쪽에서 해당 이름의 Workflows를 찾아 들어가면 됌. 전체적인 흐름은 오른쪽 그림과 같으니 이제 각 Custom Event에 대해서 수정작업을 진행해보자.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883015" y="367030"/>
            <a:ext cx="2665730" cy="64211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(5)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5286375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Check_Empty_Field &amp;  Check_Empty_Field_Special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(Custom Event)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오른쪽 그림을 보면 알 수 있듯이 각 체크항목 요소마다 작성값이 비어있는지 체크해서 비어있으면 그 요소에 no를 입력하는 방식이다. Form 데이터는 공통부분이기 때문에 건드리지 않아도 되겠지만 Form-XX는 수정해야할 것임. 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또한 조건부를 적절히 활용해야함. 예를 들어 거주지 입증서류의 경우에는 4개 중 최소 하나 있어야 하는 경우기 때문에 4개의 서류값에 and 조건을 붙여서 모두 비어있을 경우에 no를 입력한다.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다른 예시로 분기조건의 경우 신분이 유학생일 경우 특정서류를 체크하고 직장인일 경우 다른특정서류들을 체크하도록 논리식을 적절히 짜야함.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2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845040" y="87630"/>
            <a:ext cx="2352040" cy="6858635"/>
          </a:xfrm>
          <a:prstGeom prst="rect"/>
          <a:noFill/>
        </p:spPr>
      </p:pic>
      <p:pic>
        <p:nvPicPr>
          <p:cNvPr id="5" name="그림 2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241540" y="1400175"/>
            <a:ext cx="2258060" cy="51250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345" cy="80835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검토창 (6)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7586980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Return_Empty (Custom Event)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이전 Workflow 단계에서 각 체크항목 요소에 누락여부에 따라 yes/no를 표시하여 누락된 각 체크항목을 빨간색으로 표시할 수 있게 끔 했다.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그 다음 Return_Empty는 최종적으로 검토결과를 반환하는 Custom Event이다. 오른쪽 그림과 같이 입력값들을 논리식으로 묶어서 비어있으면 no를 반환한다. 모든 조건을 만족하고 통과하면 마지막 액션에서 yes를 반환한다. 즉 검토결과 누락된 항목이 없다고 yes를 반환한다.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  <a:latin typeface="나눔고딕" charset="0"/>
                <a:ea typeface="나눔고딕" charset="0"/>
              </a:rPr>
              <a:t>따라서 yes/no 반환값에 따라서 실패 팝업을 뜰지 아니면 전자서명창(성공)을 띄울 지 판단할 수 있게 된다.</a:t>
            </a: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FF0000"/>
                </a:solidFill>
                <a:latin typeface="나눔고딕" charset="0"/>
                <a:ea typeface="나눔고딕" charset="0"/>
              </a:rPr>
              <a:t>되게 귀찮게 시스템을 만들었다고 생각할 수 있는데 그 당시에 이러저러한 이유로 막혀서 한참 고민하다 결국 만든 게 이것임. 나중에 더욱 고민해서 개선가능한 부분이라 생각함. </a:t>
            </a:r>
            <a:endParaRPr lang="ko-KR" altLang="en-US" sz="1400">
              <a:solidFill>
                <a:srgbClr val="FF0000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10015" y="192405"/>
            <a:ext cx="2010410" cy="6858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Admin 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1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178181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·</a:t>
            </a: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 민원대행을 작성하고 결제하면 Admin 페이지에서  민원 작성 정보를 다운받을 수 있어야 한다.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·</a:t>
            </a: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 Admin 페이지 &gt; Popup Form &gt; 민원종류별그룹 에서 각 민원별로 CSV 파일과 첨부파일을 다운받을 수 있는 그룹을 만들어줘야 한다. 아래 그림처럼 기존에 있는 “외국인등록증 발급”을 Copy with workflow로 하나 복붙 해준다.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·</a:t>
            </a: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 그 후 새로 만든 민원정보에 맞게 프론트 디자인을 수정한다.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" descr="C:/Users/octopus/AppData/Roaming/PolarisOffice/ETemp/15744_19034624/fImage2978721161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80540" y="3065145"/>
            <a:ext cx="7896860" cy="3610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Admin 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2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178181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&lt; 수정해야 하는 것 1 &gt;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왼쪽 Element 창에서 새로 만든 민원 &gt; csv 데이터 &gt; RepeatingGroup Form XX 를 클릭.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Data Source에서 Type를 새로만든 Form-XX 데이터로 변경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6" name="그림 3" descr="C:/Users/octopus/AppData/Roaming/PolarisOffice/ETemp/15744_19034624/fImage10837217343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500755" y="3704590"/>
            <a:ext cx="4753610" cy="18961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Admin 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3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210502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&lt; 수정해야 하는 것 2 &gt;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왼쪽 Element 창에서 새로 만든 민원 &gt; Group Form XX 를 클릭.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Data Source에서 Type를 이전 페이지(PPT)에서 만든 RepeatingGroup Form XX에서 설정한 Form XX를 참조하도록 한다. (아래 그림 참고해서 Form XX만 새로만든 데이터로 바뀌게 하면 됨)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rgbClr val="0611F2"/>
                </a:solidFill>
                <a:latin typeface="나눔고딕" charset="0"/>
                <a:ea typeface="나눔고딕" charset="0"/>
              </a:rPr>
              <a:t>우리는 Form-XX 데이터 정보를 “Group Form XX” 그룹에 저장해두고 계속 참조하며 쓸 것임.</a:t>
            </a: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rgbClr val="0611F2"/>
                </a:solidFill>
                <a:latin typeface="나눔고딕" charset="0"/>
                <a:ea typeface="나눔고딕" charset="0"/>
              </a:rPr>
              <a:t>참고로 Group Form 데이터는 “Popup Form” 그룹에 저장했음</a:t>
            </a: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9" descr="C:/Users/octopus/AppData/Roaming/PolarisOffice/ETemp/15744_19034624/fImage1362524921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95395" y="3679825"/>
            <a:ext cx="4601210" cy="24866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Admin 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4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6580505" cy="497078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&lt; 수정해야 하는 것 3 &gt;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-팝업창에서 csv down로드를 눌렀을 때 워크플로우를 수정해야 함.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-버블에서는 버블DB에 있는 값을 다운하도록 하는 제대로 된 액션을 제공하지 않기  때문에 플러그인을 사용해 개발한 것임. (Create a Dynamic CSV File은 플러그인을 통해 생긴 액션)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-오른쪽 그림처럼 CSV로 다운받았을 때 각 행에 대한 제목을 직접 입력하고 그에 맞는 값을 Dynamic source를 통해 하나하나 직접 작성해야 함.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-텍스트 정보는 이처럼 플러그인을 통해 csv로 한꺼번에 다운받도록 하고 첨부파일은 팝업창에 각 첨부파일을 다운받을 수 있는 버튼을 하나하나 만들고 각 버튼에 액션을 설정해야 함.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bg1">
                    <a:lumMod val="50000"/>
                    <a:lumOff val="0"/>
                  </a:schemeClr>
                </a:solidFill>
                <a:latin typeface="나눔고딕" charset="0"/>
                <a:ea typeface="나눔고딕" charset="0"/>
              </a:rPr>
              <a:t>-Repeating Group에 Form-XX를 저장했던 이유가 이 플러그인이 리스트 데이터만 참조할 수 있기 때문임. ( 이해안되면 이해안해도 됨. 플러그인 기능에 맞추기 위해 좀 꼬았단 말)</a:t>
            </a:r>
            <a:endParaRPr lang="ko-KR" altLang="en-US" sz="1800">
              <a:solidFill>
                <a:schemeClr val="bg1">
                  <a:lumMod val="50000"/>
                  <a:lumOff val="0"/>
                </a:schemeClr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 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1" descr="C:/Users/octopus/AppData/Roaming/PolarisOffice/ETemp/15744_19034624/fImage44325255597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11745" y="165735"/>
            <a:ext cx="4105275" cy="6588125"/>
          </a:xfrm>
          <a:prstGeom prst="rect"/>
          <a:noFill/>
        </p:spPr>
      </p:pic>
      <p:pic>
        <p:nvPicPr>
          <p:cNvPr id="5" name="그림 12" descr="C:/Users/octopus/AppData/Roaming/PolarisOffice/ETemp/15744_19034624/fImage3485256807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526405" y="5559425"/>
            <a:ext cx="3639185" cy="10864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Admin 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5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178181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&lt; 수정해야 하는 것 4 &gt;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각 버튼의 Lable을 아래그림처럼 해당 파일의 파일명으로 수정해준다.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각 버튼의 워크플로우에 들어가 해당하는 파일의 값과 일치시켜준다.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4" descr="C:/Users/octopus/AppData/Roaming/PolarisOffice/ETemp/15744_19034624/fImage10841258134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07100" y="4895850"/>
            <a:ext cx="5106035" cy="2029460"/>
          </a:xfrm>
          <a:prstGeom prst="rect"/>
          <a:noFill/>
        </p:spPr>
      </p:pic>
      <p:pic>
        <p:nvPicPr>
          <p:cNvPr id="5" name="그림 15" descr="C:/Users/octopus/AppData/Roaming/PolarisOffice/ETemp/15744_19034624/fImage11500259473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93140" y="4150360"/>
            <a:ext cx="4334510" cy="2000885"/>
          </a:xfrm>
          <a:prstGeom prst="rect"/>
          <a:noFill/>
        </p:spPr>
      </p:pic>
      <p:pic>
        <p:nvPicPr>
          <p:cNvPr id="6" name="그림 16" descr="C:/Users/octopus/AppData/Roaming/PolarisOffice/ETemp/15744_19034624/fImage114092607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90920" y="3256280"/>
            <a:ext cx="4029710" cy="15151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참조페이지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1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261175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아래 그림처럼 참조 페이지로 이동하는 링크를 클릭해보면 다음과 같은 창이 뜬다.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아래 코드를 해석해보면 다음과 같은 내용이다.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텍스트 색깔 : 파란색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클릭시 동작 :  reference 페이지로 이동하면서 content 라는 변수에 “재학증명서” 라는 정보를 넣어서 전달한다.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텍스트 내용 : “재학증명서 샘플” App Text (번역 되어야 하므로)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이를 적절히 수정해준다.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7" descr="C:/Users/octopus/AppData/Roaming/PolarisOffice/ETemp/15744_19034624/fImage180662616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635885" y="4035425"/>
            <a:ext cx="7706360" cy="18103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3. 백엔드 - </a:t>
            </a:r>
            <a:r>
              <a:rPr lang="ko-KR" altLang="en-US" sz="3200" b="1">
                <a:latin typeface="나눔고딕" charset="0"/>
                <a:ea typeface="나눔고딕" charset="0"/>
              </a:rPr>
              <a:t>참조페이지</a:t>
            </a:r>
            <a:r>
              <a:rPr lang="ko-KR" altLang="en-US" sz="3200" b="1">
                <a:latin typeface="나눔고딕" charset="0"/>
                <a:ea typeface="나눔고딕" charset="0"/>
              </a:rPr>
              <a:t> (</a:t>
            </a:r>
            <a:r>
              <a:rPr lang="ko-KR" altLang="en-US" sz="3200" b="1">
                <a:latin typeface="나눔고딕" charset="0"/>
                <a:ea typeface="나눔고딕" charset="0"/>
              </a:rPr>
              <a:t>2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55605" cy="261175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Reference 페이지로 이동한다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아래 그림처럼 Contents 그룹 안에 항목을 복붙하고 새로 만든 이미지로 변경한다.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그 후 Conditional 탭을 이전 PPT페이지에서 사용한 content 변수와 일치시켜 준다.</a:t>
            </a: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800">
                <a:solidFill>
                  <a:schemeClr val="tx1"/>
                </a:solidFill>
                <a:latin typeface="나눔고딕" charset="0"/>
                <a:ea typeface="나눔고딕" charset="0"/>
              </a:rPr>
              <a:t>그러면 content 변수와 일치하는 이미지만 보이게 될 것.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8" descr="C:/Users/octopus/AppData/Roaming/PolarisOffice/ETemp/15744_19034624/fImage18860265610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667125" y="3034030"/>
            <a:ext cx="5487035" cy="35153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100" cy="48666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홈페이지 민원대행 페이지가 동작하기 위해서는 추가적인 작업들이 필요함.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1. 민원대행 선택페이지에서 새로 만든 </a:t>
            </a:r>
            <a:r>
              <a:rPr lang="ko-KR" altLang="en-US" sz="2000">
                <a:solidFill>
                  <a:srgbClr val="0611F2"/>
                </a:solidFill>
                <a:latin typeface="나눔고딕" charset="0"/>
                <a:ea typeface="나눔고딕" charset="0"/>
              </a:rPr>
              <a:t>페이지 연결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2. </a:t>
            </a:r>
            <a:r>
              <a:rPr lang="ko-KR" altLang="en-US" sz="2000">
                <a:solidFill>
                  <a:srgbClr val="0611F2"/>
                </a:solidFill>
                <a:latin typeface="나눔고딕" charset="0"/>
                <a:ea typeface="나눔고딕" charset="0"/>
              </a:rPr>
              <a:t>Option Set</a:t>
            </a:r>
            <a:r>
              <a:rPr lang="ko-KR" altLang="en-US" sz="2000">
                <a:latin typeface="나눔고딕" charset="0"/>
                <a:ea typeface="나눔고딕" charset="0"/>
              </a:rPr>
              <a:t>에서 새로 만든 민원정보 설정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3. </a:t>
            </a:r>
            <a:r>
              <a:rPr lang="ko-KR" altLang="en-US" sz="2000">
                <a:solidFill>
                  <a:srgbClr val="0611F2"/>
                </a:solidFill>
                <a:latin typeface="나눔고딕" charset="0"/>
                <a:ea typeface="나눔고딕" charset="0"/>
              </a:rPr>
              <a:t>번역작업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각 작업에 대해서 알아보도록 하자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Option Set </a:t>
            </a:r>
            <a:r>
              <a:rPr lang="ko-KR" altLang="en-US" sz="3200" b="1">
                <a:latin typeface="나눔고딕" charset="0"/>
                <a:ea typeface="나눔고딕" charset="0"/>
              </a:rPr>
              <a:t>(1)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민원을 새로 만들기 위해선 Option Set &gt; Agent 에서 민원종류 이름으로 New option을 만들어야 함. 같은 방식으로 </a:t>
            </a:r>
            <a:r>
              <a:rPr lang="ko-KR" altLang="en-US" sz="2000">
                <a:latin typeface="나눔고딕" charset="0"/>
                <a:ea typeface="나눔고딕" charset="0"/>
              </a:rPr>
              <a:t>Option Set &gt; </a:t>
            </a:r>
            <a:r>
              <a:rPr lang="ko-KR" altLang="en-US" sz="2000">
                <a:latin typeface="나눔고딕" charset="0"/>
                <a:ea typeface="나눔고딕" charset="0"/>
              </a:rPr>
              <a:t>Agent_Translation도 동일한 이름으로 만들어준다.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Option Set이란 자주 쓰이는 어떤 리스트를 정의해 놓음으로써 일관된 리스트 정보를 관리하도록 하는 것이다. 예를 들어 비자, 민원대행, 직무 등이 있다. 리스트의 요소에는 데이터를 정의할 때 처럼특정 필드를 추가할 수 도 있다.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314065" y="3166745"/>
            <a:ext cx="5566410" cy="34709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Option Set (2)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·</a:t>
            </a:r>
            <a:r>
              <a:rPr lang="ko-KR" altLang="en-US" sz="1400">
                <a:latin typeface="나눔고딕" charset="0"/>
                <a:ea typeface="나눔고딕" charset="0"/>
              </a:rPr>
              <a:t> Agent_Translation 역할 :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민원종류 제목에 대하여 7가지 언어 번역본을 담아 놓는다.(ex :  민원종류가 총 2개면 14개를 만들어야함. )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code는 번역 언어 코드를 입력한다. (ko_kr, en_us, zh_cn, vi_vn, th_th, ru_ru, my_my)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·</a:t>
            </a:r>
            <a:r>
              <a:rPr lang="ko-KR" altLang="en-US" sz="1400">
                <a:latin typeface="나눔고딕" charset="0"/>
                <a:ea typeface="나눔고딕" charset="0"/>
              </a:rPr>
              <a:t> Agent 의 역할 :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Translation 이라는 리스트에는 해당 민원의 7개의 번역본(Agent_Translation)을 추가하면 됨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나눔고딕" charset="0"/>
                <a:ea typeface="나눔고딕" charset="0"/>
              </a:rPr>
              <a:t>Price에는 해당 민원의 가격을 저장</a:t>
            </a: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solidFill>
                  <a:srgbClr val="0611F2"/>
                </a:solidFill>
                <a:latin typeface="나눔고딕" charset="0"/>
                <a:ea typeface="나눔고딕" charset="0"/>
              </a:rPr>
              <a:t>Agent 와 Agent_Translation의 관계를 이해한 후에 작업하길 바람</a:t>
            </a:r>
            <a:endParaRPr lang="ko-KR" altLang="en-US" sz="14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27430" y="3747135"/>
            <a:ext cx="4048760" cy="2810510"/>
          </a:xfrm>
          <a:prstGeom prst="rect"/>
          <a:noFill/>
        </p:spPr>
      </p:pic>
      <p:pic>
        <p:nvPicPr>
          <p:cNvPr id="5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45860" y="3430270"/>
            <a:ext cx="4144010" cy="32867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페이지 연결 (1)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왼쪽 그림 두 가지 신청버튼에 대해 워크플로우 수정을 해야함. 두 가지 버튼 내용은 똑같음.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오른쪽 아래 파란색 조건식에서 filtered 부분을 클릭하면 어떤 민원을 선택할지 입력하는 칸이 있는데 PPT 전 페이지에서 만들었던 새로운 Option Set 민원 제목이랑 똑같이 적어주면 됨. 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  (ex 체류자격외 활동허가)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0" y="3361690"/>
            <a:ext cx="5715635" cy="1324610"/>
          </a:xfrm>
          <a:prstGeom prst="rect"/>
          <a:noFill/>
        </p:spPr>
      </p:pic>
      <p:pic>
        <p:nvPicPr>
          <p:cNvPr id="5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1455" y="4802505"/>
            <a:ext cx="6586855" cy="1900555"/>
          </a:xfrm>
          <a:prstGeom prst="rect"/>
          <a:noFill/>
        </p:spPr>
      </p:pic>
      <p:pic>
        <p:nvPicPr>
          <p:cNvPr id="6" name="그림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44690" y="3752850"/>
            <a:ext cx="4897755" cy="24276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페이지 연결 (2)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이제 신청을 눌렀을 때 뜨는 팝업창의 확인 버튼 워크플로를 수정해야함.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버튼의 워크플로에 들어가보면 오른쪽처럼 되있는데 다른건 건드릴 필요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없고 아래 Trigger 분기 custom event를 수정해야함. 마우스를 갖다대서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해당 이벤트로 이동하기.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9700" y="3463925"/>
            <a:ext cx="8757920" cy="2711450"/>
          </a:xfrm>
          <a:prstGeom prst="rect"/>
          <a:noFill/>
        </p:spPr>
      </p:pic>
      <p:pic>
        <p:nvPicPr>
          <p:cNvPr id="5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362440" y="1586865"/>
            <a:ext cx="2372360" cy="50679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페이지 연결 (3)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“트리거 분기” 커스텀 이벤트를 보면 아래와 같이 선택한 민원종류에 따라 다른 Custom Event를 실행하는 것을 확인할 수 있음. 여기에 새로운 워크플로우를 하나 추가해서 똑같은 형식으로 액션을 하나 추가한다. 그리고 이에 맞춰 실행할 새로운 Custom Event를 하나 만들어야함.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8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95825" y="2995295"/>
            <a:ext cx="2800985" cy="33534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페이지 연결 (4)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“페이지-민원제목”으로 되있는 Custom Event는 어떤 액션들로 구성되있는지 아래그림에 나옴.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Step 1: 새로운 Form을 하나 만듬 (공통적용으로 건드릴 필요 없음)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Step 2: 새로운 Form-XX를 하나 만듬 ( 우리가 처음에 정의했던 데이터 )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Step 3: 해당 페이지로 이동함 (우리가 새로 만든 페이지)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1600">
                <a:latin typeface="나눔고딕" charset="0"/>
                <a:ea typeface="나눔고딕" charset="0"/>
              </a:rPr>
              <a:t>Step 2의 type를 새로 만든 데이터로 변경하고, Step 3의 destination을 새로 만든 페이지로 변경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2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07280" y="3271520"/>
            <a:ext cx="2658745" cy="34258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70615" cy="80962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5</a:t>
            </a:r>
            <a:r>
              <a:rPr lang="ko-KR" altLang="en-US" sz="3200" b="1">
                <a:latin typeface="나눔고딕" charset="0"/>
                <a:ea typeface="나눔고딕" charset="0"/>
              </a:rPr>
              <a:t>. 추가작업 - 페이지 연결 (</a:t>
            </a:r>
            <a:r>
              <a:rPr lang="ko-KR" altLang="en-US" sz="3200" b="1">
                <a:latin typeface="나눔고딕" charset="0"/>
                <a:ea typeface="나눔고딕" charset="0"/>
              </a:rPr>
              <a:t>5</a:t>
            </a:r>
            <a:r>
              <a:rPr lang="ko-KR" altLang="en-US" sz="3200" b="1">
                <a:latin typeface="나눔고딕" charset="0"/>
                <a:ea typeface="나눔고딕" charset="0"/>
              </a:rPr>
              <a:t>)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80370" cy="48679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2000">
                <a:latin typeface="나눔고딕" charset="0"/>
                <a:ea typeface="나눔고딕" charset="0"/>
              </a:rPr>
              <a:t>일반계정 대시보드 페이지에도 신청한 민원대행 리스트를 통해 페이지로 이동하는 버튼이 있다.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 때문에 해당 버튼도 민원종류에 따라 분기하는 워크플로우를 하나 추가해주자.</a:t>
            </a:r>
            <a:endParaRPr lang="ko-KR" altLang="en-US" sz="20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08885" y="2235200"/>
            <a:ext cx="7192010" cy="42583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title"/>
          </p:nvPr>
        </p:nvSpPr>
        <p:spPr>
          <a:xfrm rot="0">
            <a:off x="463550" y="365125"/>
            <a:ext cx="11269980" cy="8089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3200" b="1">
                <a:latin typeface="나눔고딕" charset="0"/>
                <a:ea typeface="나눔고딕" charset="0"/>
              </a:rPr>
              <a:t>4. 추가작업</a:t>
            </a:r>
            <a:r>
              <a:rPr lang="ko-KR" altLang="en-US" sz="3200" b="1">
                <a:latin typeface="나눔고딕" charset="0"/>
                <a:ea typeface="나눔고딕" charset="0"/>
              </a:rPr>
              <a:t> - 번역</a:t>
            </a:r>
            <a:endParaRPr lang="ko-KR" altLang="en-US" sz="3200" b="1">
              <a:latin typeface="나눔고딕" charset="0"/>
              <a:ea typeface="나눔고딕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>
            <p:ph type="obj" idx="1"/>
          </p:nvPr>
        </p:nvSpPr>
        <p:spPr>
          <a:xfrm rot="0">
            <a:off x="838200" y="1311910"/>
            <a:ext cx="10579735" cy="48672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2000">
                <a:latin typeface="나눔고딕" charset="0"/>
                <a:ea typeface="나눔고딕" charset="0"/>
              </a:rPr>
              <a:t>· </a:t>
            </a:r>
            <a:r>
              <a:rPr lang="ko-KR" altLang="en-US" sz="1600">
                <a:latin typeface="나눔고딕" charset="0"/>
                <a:ea typeface="나눔고딕" charset="0"/>
              </a:rPr>
              <a:t>번역작업은 번역 인수인계 PPT를 참고하여 작업하기 바람</a:t>
            </a:r>
            <a:endParaRPr lang="ko-KR" altLang="en-US" sz="1600">
              <a:latin typeface="나눔고딕" charset="0"/>
              <a:ea typeface="나눔고딕" charset="0"/>
            </a:endParaRPr>
          </a:p>
          <a:p>
            <a:pPr marL="228600" indent="-228600" latinLnBrk="0">
              <a:buFontTx/>
              <a:buNone/>
            </a:pPr>
            <a:endParaRPr lang="ko-KR" altLang="en-US" sz="1600">
              <a:solidFill>
                <a:srgbClr val="0611F2"/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 default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default" id="{818DEC19-8B33-44C4-83AA-7EB7D193A35B}" vid="{060764A4-4300-461F-A4AB-3F9924E9AB0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34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인 길환</dc:creator>
  <cp:lastModifiedBy>인 길환</cp:lastModifiedBy>
  <dc:title>PowerPoint 프레젠테이션</dc:title>
  <cp:version>9.102.73.43337</cp:version>
</cp:coreProperties>
</file>